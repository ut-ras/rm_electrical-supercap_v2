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8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0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0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97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2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2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9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0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08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24414D0-907D-4D83-B5DC-CF5DC219E74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2894CB7-EF99-48D4-BE09-DF2CFB796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7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D851-EF64-54AA-EAD1-742018C9A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UT </a:t>
            </a:r>
            <a:r>
              <a:rPr lang="en-US" dirty="0" err="1"/>
              <a:t>Robomasters</a:t>
            </a:r>
            <a:r>
              <a:rPr lang="en-US" dirty="0"/>
              <a:t> – </a:t>
            </a:r>
            <a:r>
              <a:rPr lang="en-US" dirty="0" err="1"/>
              <a:t>Supercap</a:t>
            </a:r>
            <a:r>
              <a:rPr lang="en-US" dirty="0"/>
              <a:t>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763E2-D219-CA14-408E-C4631AB13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Egan Wang (ew23776)</a:t>
            </a:r>
          </a:p>
          <a:p>
            <a:r>
              <a:rPr lang="en-US" dirty="0"/>
              <a:t>Presented 2/10/2026</a:t>
            </a:r>
          </a:p>
        </p:txBody>
      </p:sp>
    </p:spTree>
    <p:extLst>
      <p:ext uri="{BB962C8B-B14F-4D97-AF65-F5344CB8AC3E}">
        <p14:creationId xmlns:p14="http://schemas.microsoft.com/office/powerpoint/2010/main" val="364880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D1EE142-6932-C0AA-EB9F-1DCC274F53BD}"/>
              </a:ext>
            </a:extLst>
          </p:cNvPr>
          <p:cNvSpPr/>
          <p:nvPr/>
        </p:nvSpPr>
        <p:spPr>
          <a:xfrm>
            <a:off x="1042219" y="2487561"/>
            <a:ext cx="6823587" cy="1987767"/>
          </a:xfrm>
          <a:custGeom>
            <a:avLst/>
            <a:gdLst>
              <a:gd name="csX0" fmla="*/ 0 w 6803923"/>
              <a:gd name="csY0" fmla="*/ 914400 h 1987767"/>
              <a:gd name="csX1" fmla="*/ 176981 w 6803923"/>
              <a:gd name="csY1" fmla="*/ 806245 h 1987767"/>
              <a:gd name="csX2" fmla="*/ 216310 w 6803923"/>
              <a:gd name="csY2" fmla="*/ 796413 h 1987767"/>
              <a:gd name="csX3" fmla="*/ 314633 w 6803923"/>
              <a:gd name="csY3" fmla="*/ 737420 h 1987767"/>
              <a:gd name="csX4" fmla="*/ 373626 w 6803923"/>
              <a:gd name="csY4" fmla="*/ 727587 h 1987767"/>
              <a:gd name="csX5" fmla="*/ 442452 w 6803923"/>
              <a:gd name="csY5" fmla="*/ 707923 h 1987767"/>
              <a:gd name="csX6" fmla="*/ 698091 w 6803923"/>
              <a:gd name="csY6" fmla="*/ 629265 h 1987767"/>
              <a:gd name="csX7" fmla="*/ 875071 w 6803923"/>
              <a:gd name="csY7" fmla="*/ 648929 h 1987767"/>
              <a:gd name="csX8" fmla="*/ 983226 w 6803923"/>
              <a:gd name="csY8" fmla="*/ 678426 h 1987767"/>
              <a:gd name="csX9" fmla="*/ 1032387 w 6803923"/>
              <a:gd name="csY9" fmla="*/ 688258 h 1987767"/>
              <a:gd name="csX10" fmla="*/ 1140542 w 6803923"/>
              <a:gd name="csY10" fmla="*/ 757084 h 1987767"/>
              <a:gd name="csX11" fmla="*/ 1170039 w 6803923"/>
              <a:gd name="csY11" fmla="*/ 786581 h 1987767"/>
              <a:gd name="csX12" fmla="*/ 1219200 w 6803923"/>
              <a:gd name="csY12" fmla="*/ 825910 h 1987767"/>
              <a:gd name="csX13" fmla="*/ 1258529 w 6803923"/>
              <a:gd name="csY13" fmla="*/ 865239 h 1987767"/>
              <a:gd name="csX14" fmla="*/ 1278194 w 6803923"/>
              <a:gd name="csY14" fmla="*/ 894736 h 1987767"/>
              <a:gd name="csX15" fmla="*/ 1317523 w 6803923"/>
              <a:gd name="csY15" fmla="*/ 924233 h 1987767"/>
              <a:gd name="csX16" fmla="*/ 1376516 w 6803923"/>
              <a:gd name="csY16" fmla="*/ 993058 h 1987767"/>
              <a:gd name="csX17" fmla="*/ 1435510 w 6803923"/>
              <a:gd name="csY17" fmla="*/ 1052052 h 1987767"/>
              <a:gd name="csX18" fmla="*/ 1465007 w 6803923"/>
              <a:gd name="csY18" fmla="*/ 1091381 h 1987767"/>
              <a:gd name="csX19" fmla="*/ 1494504 w 6803923"/>
              <a:gd name="csY19" fmla="*/ 1120878 h 1987767"/>
              <a:gd name="csX20" fmla="*/ 1533833 w 6803923"/>
              <a:gd name="csY20" fmla="*/ 1179871 h 1987767"/>
              <a:gd name="csX21" fmla="*/ 1563329 w 6803923"/>
              <a:gd name="csY21" fmla="*/ 1219200 h 1987767"/>
              <a:gd name="csX22" fmla="*/ 1759975 w 6803923"/>
              <a:gd name="csY22" fmla="*/ 1278194 h 1987767"/>
              <a:gd name="csX23" fmla="*/ 1858297 w 6803923"/>
              <a:gd name="csY23" fmla="*/ 1268362 h 1987767"/>
              <a:gd name="csX24" fmla="*/ 2094271 w 6803923"/>
              <a:gd name="csY24" fmla="*/ 1229033 h 1987767"/>
              <a:gd name="csX25" fmla="*/ 2241755 w 6803923"/>
              <a:gd name="csY25" fmla="*/ 1258529 h 1987767"/>
              <a:gd name="csX26" fmla="*/ 2310581 w 6803923"/>
              <a:gd name="csY26" fmla="*/ 1386349 h 1987767"/>
              <a:gd name="csX27" fmla="*/ 2320413 w 6803923"/>
              <a:gd name="csY27" fmla="*/ 1415845 h 1987767"/>
              <a:gd name="csX28" fmla="*/ 2349910 w 6803923"/>
              <a:gd name="csY28" fmla="*/ 1445342 h 1987767"/>
              <a:gd name="csX29" fmla="*/ 2467897 w 6803923"/>
              <a:gd name="csY29" fmla="*/ 1524000 h 1987767"/>
              <a:gd name="csX30" fmla="*/ 2615381 w 6803923"/>
              <a:gd name="csY30" fmla="*/ 1641987 h 1987767"/>
              <a:gd name="csX31" fmla="*/ 2644878 w 6803923"/>
              <a:gd name="csY31" fmla="*/ 1661652 h 1987767"/>
              <a:gd name="csX32" fmla="*/ 2812026 w 6803923"/>
              <a:gd name="csY32" fmla="*/ 1799304 h 1987767"/>
              <a:gd name="csX33" fmla="*/ 2998839 w 6803923"/>
              <a:gd name="csY33" fmla="*/ 1986116 h 1987767"/>
              <a:gd name="csX34" fmla="*/ 3156155 w 6803923"/>
              <a:gd name="csY34" fmla="*/ 1956620 h 1987767"/>
              <a:gd name="csX35" fmla="*/ 3362633 w 6803923"/>
              <a:gd name="csY35" fmla="*/ 1897626 h 1987767"/>
              <a:gd name="csX36" fmla="*/ 3598607 w 6803923"/>
              <a:gd name="csY36" fmla="*/ 1917291 h 1987767"/>
              <a:gd name="csX37" fmla="*/ 3696929 w 6803923"/>
              <a:gd name="csY37" fmla="*/ 1946787 h 1987767"/>
              <a:gd name="csX38" fmla="*/ 3775587 w 6803923"/>
              <a:gd name="csY38" fmla="*/ 1986116 h 1987767"/>
              <a:gd name="csX39" fmla="*/ 4011562 w 6803923"/>
              <a:gd name="csY39" fmla="*/ 1946787 h 1987767"/>
              <a:gd name="csX40" fmla="*/ 4109884 w 6803923"/>
              <a:gd name="csY40" fmla="*/ 1927123 h 1987767"/>
              <a:gd name="csX41" fmla="*/ 4198375 w 6803923"/>
              <a:gd name="csY41" fmla="*/ 1887794 h 1987767"/>
              <a:gd name="csX42" fmla="*/ 4375355 w 6803923"/>
              <a:gd name="csY42" fmla="*/ 1681316 h 1987767"/>
              <a:gd name="csX43" fmla="*/ 4414684 w 6803923"/>
              <a:gd name="csY43" fmla="*/ 1592826 h 1987767"/>
              <a:gd name="csX44" fmla="*/ 4463846 w 6803923"/>
              <a:gd name="csY44" fmla="*/ 1504336 h 1987767"/>
              <a:gd name="csX45" fmla="*/ 4483510 w 6803923"/>
              <a:gd name="csY45" fmla="*/ 1445342 h 1987767"/>
              <a:gd name="csX46" fmla="*/ 4513007 w 6803923"/>
              <a:gd name="csY46" fmla="*/ 1347020 h 1987767"/>
              <a:gd name="csX47" fmla="*/ 4601497 w 6803923"/>
              <a:gd name="csY47" fmla="*/ 1140542 h 1987767"/>
              <a:gd name="csX48" fmla="*/ 4630994 w 6803923"/>
              <a:gd name="csY48" fmla="*/ 1071716 h 1987767"/>
              <a:gd name="csX49" fmla="*/ 4660491 w 6803923"/>
              <a:gd name="csY49" fmla="*/ 1002891 h 1987767"/>
              <a:gd name="csX50" fmla="*/ 4689987 w 6803923"/>
              <a:gd name="csY50" fmla="*/ 855407 h 1987767"/>
              <a:gd name="csX51" fmla="*/ 4699820 w 6803923"/>
              <a:gd name="csY51" fmla="*/ 776749 h 1987767"/>
              <a:gd name="csX52" fmla="*/ 4817807 w 6803923"/>
              <a:gd name="csY52" fmla="*/ 373626 h 1987767"/>
              <a:gd name="csX53" fmla="*/ 4827639 w 6803923"/>
              <a:gd name="csY53" fmla="*/ 334297 h 1987767"/>
              <a:gd name="csX54" fmla="*/ 4945626 w 6803923"/>
              <a:gd name="csY54" fmla="*/ 235974 h 1987767"/>
              <a:gd name="csX55" fmla="*/ 4965291 w 6803923"/>
              <a:gd name="csY55" fmla="*/ 206478 h 1987767"/>
              <a:gd name="csX56" fmla="*/ 4994787 w 6803923"/>
              <a:gd name="csY56" fmla="*/ 176981 h 1987767"/>
              <a:gd name="csX57" fmla="*/ 5014452 w 6803923"/>
              <a:gd name="csY57" fmla="*/ 137652 h 1987767"/>
              <a:gd name="csX58" fmla="*/ 5083278 w 6803923"/>
              <a:gd name="csY58" fmla="*/ 68826 h 1987767"/>
              <a:gd name="csX59" fmla="*/ 5220929 w 6803923"/>
              <a:gd name="csY59" fmla="*/ 0 h 1987767"/>
              <a:gd name="csX60" fmla="*/ 5299587 w 6803923"/>
              <a:gd name="csY60" fmla="*/ 9833 h 1987767"/>
              <a:gd name="csX61" fmla="*/ 5358581 w 6803923"/>
              <a:gd name="csY61" fmla="*/ 88491 h 1987767"/>
              <a:gd name="csX62" fmla="*/ 5397910 w 6803923"/>
              <a:gd name="csY62" fmla="*/ 167149 h 1987767"/>
              <a:gd name="csX63" fmla="*/ 5407742 w 6803923"/>
              <a:gd name="csY63" fmla="*/ 226142 h 1987767"/>
              <a:gd name="csX64" fmla="*/ 5466736 w 6803923"/>
              <a:gd name="csY64" fmla="*/ 294968 h 1987767"/>
              <a:gd name="csX65" fmla="*/ 5486400 w 6803923"/>
              <a:gd name="csY65" fmla="*/ 324465 h 1987767"/>
              <a:gd name="csX66" fmla="*/ 5565058 w 6803923"/>
              <a:gd name="csY66" fmla="*/ 353962 h 1987767"/>
              <a:gd name="csX67" fmla="*/ 5820697 w 6803923"/>
              <a:gd name="csY67" fmla="*/ 393291 h 1987767"/>
              <a:gd name="csX68" fmla="*/ 5879691 w 6803923"/>
              <a:gd name="csY68" fmla="*/ 471949 h 1987767"/>
              <a:gd name="csX69" fmla="*/ 5899355 w 6803923"/>
              <a:gd name="csY69" fmla="*/ 521110 h 1987767"/>
              <a:gd name="csX70" fmla="*/ 5938684 w 6803923"/>
              <a:gd name="csY70" fmla="*/ 560439 h 1987767"/>
              <a:gd name="csX71" fmla="*/ 6027175 w 6803923"/>
              <a:gd name="csY71" fmla="*/ 668594 h 1987767"/>
              <a:gd name="csX72" fmla="*/ 6066504 w 6803923"/>
              <a:gd name="csY72" fmla="*/ 717755 h 1987767"/>
              <a:gd name="csX73" fmla="*/ 6115665 w 6803923"/>
              <a:gd name="csY73" fmla="*/ 825910 h 1987767"/>
              <a:gd name="csX74" fmla="*/ 6125497 w 6803923"/>
              <a:gd name="csY74" fmla="*/ 865239 h 1987767"/>
              <a:gd name="csX75" fmla="*/ 6174658 w 6803923"/>
              <a:gd name="csY75" fmla="*/ 924233 h 1987767"/>
              <a:gd name="csX76" fmla="*/ 6253316 w 6803923"/>
              <a:gd name="csY76" fmla="*/ 1032387 h 1987767"/>
              <a:gd name="csX77" fmla="*/ 6282813 w 6803923"/>
              <a:gd name="csY77" fmla="*/ 1071716 h 1987767"/>
              <a:gd name="csX78" fmla="*/ 6322142 w 6803923"/>
              <a:gd name="csY78" fmla="*/ 1101213 h 1987767"/>
              <a:gd name="csX79" fmla="*/ 6371304 w 6803923"/>
              <a:gd name="csY79" fmla="*/ 1130710 h 1987767"/>
              <a:gd name="csX80" fmla="*/ 6420465 w 6803923"/>
              <a:gd name="csY80" fmla="*/ 1140542 h 1987767"/>
              <a:gd name="csX81" fmla="*/ 6499123 w 6803923"/>
              <a:gd name="csY81" fmla="*/ 1160207 h 1987767"/>
              <a:gd name="csX82" fmla="*/ 6548284 w 6803923"/>
              <a:gd name="csY82" fmla="*/ 1170039 h 1987767"/>
              <a:gd name="csX83" fmla="*/ 6617110 w 6803923"/>
              <a:gd name="csY83" fmla="*/ 1189704 h 1987767"/>
              <a:gd name="csX84" fmla="*/ 6803923 w 6803923"/>
              <a:gd name="csY84" fmla="*/ 1209368 h 1987767"/>
              <a:gd name="csX0" fmla="*/ 0 w 6862916"/>
              <a:gd name="csY0" fmla="*/ 914400 h 1987767"/>
              <a:gd name="csX1" fmla="*/ 176981 w 6862916"/>
              <a:gd name="csY1" fmla="*/ 806245 h 1987767"/>
              <a:gd name="csX2" fmla="*/ 216310 w 6862916"/>
              <a:gd name="csY2" fmla="*/ 796413 h 1987767"/>
              <a:gd name="csX3" fmla="*/ 314633 w 6862916"/>
              <a:gd name="csY3" fmla="*/ 737420 h 1987767"/>
              <a:gd name="csX4" fmla="*/ 373626 w 6862916"/>
              <a:gd name="csY4" fmla="*/ 727587 h 1987767"/>
              <a:gd name="csX5" fmla="*/ 442452 w 6862916"/>
              <a:gd name="csY5" fmla="*/ 707923 h 1987767"/>
              <a:gd name="csX6" fmla="*/ 698091 w 6862916"/>
              <a:gd name="csY6" fmla="*/ 629265 h 1987767"/>
              <a:gd name="csX7" fmla="*/ 875071 w 6862916"/>
              <a:gd name="csY7" fmla="*/ 648929 h 1987767"/>
              <a:gd name="csX8" fmla="*/ 983226 w 6862916"/>
              <a:gd name="csY8" fmla="*/ 678426 h 1987767"/>
              <a:gd name="csX9" fmla="*/ 1032387 w 6862916"/>
              <a:gd name="csY9" fmla="*/ 688258 h 1987767"/>
              <a:gd name="csX10" fmla="*/ 1140542 w 6862916"/>
              <a:gd name="csY10" fmla="*/ 757084 h 1987767"/>
              <a:gd name="csX11" fmla="*/ 1170039 w 6862916"/>
              <a:gd name="csY11" fmla="*/ 786581 h 1987767"/>
              <a:gd name="csX12" fmla="*/ 1219200 w 6862916"/>
              <a:gd name="csY12" fmla="*/ 825910 h 1987767"/>
              <a:gd name="csX13" fmla="*/ 1258529 w 6862916"/>
              <a:gd name="csY13" fmla="*/ 865239 h 1987767"/>
              <a:gd name="csX14" fmla="*/ 1278194 w 6862916"/>
              <a:gd name="csY14" fmla="*/ 894736 h 1987767"/>
              <a:gd name="csX15" fmla="*/ 1317523 w 6862916"/>
              <a:gd name="csY15" fmla="*/ 924233 h 1987767"/>
              <a:gd name="csX16" fmla="*/ 1376516 w 6862916"/>
              <a:gd name="csY16" fmla="*/ 993058 h 1987767"/>
              <a:gd name="csX17" fmla="*/ 1435510 w 6862916"/>
              <a:gd name="csY17" fmla="*/ 1052052 h 1987767"/>
              <a:gd name="csX18" fmla="*/ 1465007 w 6862916"/>
              <a:gd name="csY18" fmla="*/ 1091381 h 1987767"/>
              <a:gd name="csX19" fmla="*/ 1494504 w 6862916"/>
              <a:gd name="csY19" fmla="*/ 1120878 h 1987767"/>
              <a:gd name="csX20" fmla="*/ 1533833 w 6862916"/>
              <a:gd name="csY20" fmla="*/ 1179871 h 1987767"/>
              <a:gd name="csX21" fmla="*/ 1563329 w 6862916"/>
              <a:gd name="csY21" fmla="*/ 1219200 h 1987767"/>
              <a:gd name="csX22" fmla="*/ 1759975 w 6862916"/>
              <a:gd name="csY22" fmla="*/ 1278194 h 1987767"/>
              <a:gd name="csX23" fmla="*/ 1858297 w 6862916"/>
              <a:gd name="csY23" fmla="*/ 1268362 h 1987767"/>
              <a:gd name="csX24" fmla="*/ 2094271 w 6862916"/>
              <a:gd name="csY24" fmla="*/ 1229033 h 1987767"/>
              <a:gd name="csX25" fmla="*/ 2241755 w 6862916"/>
              <a:gd name="csY25" fmla="*/ 1258529 h 1987767"/>
              <a:gd name="csX26" fmla="*/ 2310581 w 6862916"/>
              <a:gd name="csY26" fmla="*/ 1386349 h 1987767"/>
              <a:gd name="csX27" fmla="*/ 2320413 w 6862916"/>
              <a:gd name="csY27" fmla="*/ 1415845 h 1987767"/>
              <a:gd name="csX28" fmla="*/ 2349910 w 6862916"/>
              <a:gd name="csY28" fmla="*/ 1445342 h 1987767"/>
              <a:gd name="csX29" fmla="*/ 2467897 w 6862916"/>
              <a:gd name="csY29" fmla="*/ 1524000 h 1987767"/>
              <a:gd name="csX30" fmla="*/ 2615381 w 6862916"/>
              <a:gd name="csY30" fmla="*/ 1641987 h 1987767"/>
              <a:gd name="csX31" fmla="*/ 2644878 w 6862916"/>
              <a:gd name="csY31" fmla="*/ 1661652 h 1987767"/>
              <a:gd name="csX32" fmla="*/ 2812026 w 6862916"/>
              <a:gd name="csY32" fmla="*/ 1799304 h 1987767"/>
              <a:gd name="csX33" fmla="*/ 2998839 w 6862916"/>
              <a:gd name="csY33" fmla="*/ 1986116 h 1987767"/>
              <a:gd name="csX34" fmla="*/ 3156155 w 6862916"/>
              <a:gd name="csY34" fmla="*/ 1956620 h 1987767"/>
              <a:gd name="csX35" fmla="*/ 3362633 w 6862916"/>
              <a:gd name="csY35" fmla="*/ 1897626 h 1987767"/>
              <a:gd name="csX36" fmla="*/ 3598607 w 6862916"/>
              <a:gd name="csY36" fmla="*/ 1917291 h 1987767"/>
              <a:gd name="csX37" fmla="*/ 3696929 w 6862916"/>
              <a:gd name="csY37" fmla="*/ 1946787 h 1987767"/>
              <a:gd name="csX38" fmla="*/ 3775587 w 6862916"/>
              <a:gd name="csY38" fmla="*/ 1986116 h 1987767"/>
              <a:gd name="csX39" fmla="*/ 4011562 w 6862916"/>
              <a:gd name="csY39" fmla="*/ 1946787 h 1987767"/>
              <a:gd name="csX40" fmla="*/ 4109884 w 6862916"/>
              <a:gd name="csY40" fmla="*/ 1927123 h 1987767"/>
              <a:gd name="csX41" fmla="*/ 4198375 w 6862916"/>
              <a:gd name="csY41" fmla="*/ 1887794 h 1987767"/>
              <a:gd name="csX42" fmla="*/ 4375355 w 6862916"/>
              <a:gd name="csY42" fmla="*/ 1681316 h 1987767"/>
              <a:gd name="csX43" fmla="*/ 4414684 w 6862916"/>
              <a:gd name="csY43" fmla="*/ 1592826 h 1987767"/>
              <a:gd name="csX44" fmla="*/ 4463846 w 6862916"/>
              <a:gd name="csY44" fmla="*/ 1504336 h 1987767"/>
              <a:gd name="csX45" fmla="*/ 4483510 w 6862916"/>
              <a:gd name="csY45" fmla="*/ 1445342 h 1987767"/>
              <a:gd name="csX46" fmla="*/ 4513007 w 6862916"/>
              <a:gd name="csY46" fmla="*/ 1347020 h 1987767"/>
              <a:gd name="csX47" fmla="*/ 4601497 w 6862916"/>
              <a:gd name="csY47" fmla="*/ 1140542 h 1987767"/>
              <a:gd name="csX48" fmla="*/ 4630994 w 6862916"/>
              <a:gd name="csY48" fmla="*/ 1071716 h 1987767"/>
              <a:gd name="csX49" fmla="*/ 4660491 w 6862916"/>
              <a:gd name="csY49" fmla="*/ 1002891 h 1987767"/>
              <a:gd name="csX50" fmla="*/ 4689987 w 6862916"/>
              <a:gd name="csY50" fmla="*/ 855407 h 1987767"/>
              <a:gd name="csX51" fmla="*/ 4699820 w 6862916"/>
              <a:gd name="csY51" fmla="*/ 776749 h 1987767"/>
              <a:gd name="csX52" fmla="*/ 4817807 w 6862916"/>
              <a:gd name="csY52" fmla="*/ 373626 h 1987767"/>
              <a:gd name="csX53" fmla="*/ 4827639 w 6862916"/>
              <a:gd name="csY53" fmla="*/ 334297 h 1987767"/>
              <a:gd name="csX54" fmla="*/ 4945626 w 6862916"/>
              <a:gd name="csY54" fmla="*/ 235974 h 1987767"/>
              <a:gd name="csX55" fmla="*/ 4965291 w 6862916"/>
              <a:gd name="csY55" fmla="*/ 206478 h 1987767"/>
              <a:gd name="csX56" fmla="*/ 4994787 w 6862916"/>
              <a:gd name="csY56" fmla="*/ 176981 h 1987767"/>
              <a:gd name="csX57" fmla="*/ 5014452 w 6862916"/>
              <a:gd name="csY57" fmla="*/ 137652 h 1987767"/>
              <a:gd name="csX58" fmla="*/ 5083278 w 6862916"/>
              <a:gd name="csY58" fmla="*/ 68826 h 1987767"/>
              <a:gd name="csX59" fmla="*/ 5220929 w 6862916"/>
              <a:gd name="csY59" fmla="*/ 0 h 1987767"/>
              <a:gd name="csX60" fmla="*/ 5299587 w 6862916"/>
              <a:gd name="csY60" fmla="*/ 9833 h 1987767"/>
              <a:gd name="csX61" fmla="*/ 5358581 w 6862916"/>
              <a:gd name="csY61" fmla="*/ 88491 h 1987767"/>
              <a:gd name="csX62" fmla="*/ 5397910 w 6862916"/>
              <a:gd name="csY62" fmla="*/ 167149 h 1987767"/>
              <a:gd name="csX63" fmla="*/ 5407742 w 6862916"/>
              <a:gd name="csY63" fmla="*/ 226142 h 1987767"/>
              <a:gd name="csX64" fmla="*/ 5466736 w 6862916"/>
              <a:gd name="csY64" fmla="*/ 294968 h 1987767"/>
              <a:gd name="csX65" fmla="*/ 5486400 w 6862916"/>
              <a:gd name="csY65" fmla="*/ 324465 h 1987767"/>
              <a:gd name="csX66" fmla="*/ 5565058 w 6862916"/>
              <a:gd name="csY66" fmla="*/ 353962 h 1987767"/>
              <a:gd name="csX67" fmla="*/ 5820697 w 6862916"/>
              <a:gd name="csY67" fmla="*/ 393291 h 1987767"/>
              <a:gd name="csX68" fmla="*/ 5879691 w 6862916"/>
              <a:gd name="csY68" fmla="*/ 471949 h 1987767"/>
              <a:gd name="csX69" fmla="*/ 5899355 w 6862916"/>
              <a:gd name="csY69" fmla="*/ 521110 h 1987767"/>
              <a:gd name="csX70" fmla="*/ 5938684 w 6862916"/>
              <a:gd name="csY70" fmla="*/ 560439 h 1987767"/>
              <a:gd name="csX71" fmla="*/ 6027175 w 6862916"/>
              <a:gd name="csY71" fmla="*/ 668594 h 1987767"/>
              <a:gd name="csX72" fmla="*/ 6066504 w 6862916"/>
              <a:gd name="csY72" fmla="*/ 717755 h 1987767"/>
              <a:gd name="csX73" fmla="*/ 6115665 w 6862916"/>
              <a:gd name="csY73" fmla="*/ 825910 h 1987767"/>
              <a:gd name="csX74" fmla="*/ 6125497 w 6862916"/>
              <a:gd name="csY74" fmla="*/ 865239 h 1987767"/>
              <a:gd name="csX75" fmla="*/ 6174658 w 6862916"/>
              <a:gd name="csY75" fmla="*/ 924233 h 1987767"/>
              <a:gd name="csX76" fmla="*/ 6253316 w 6862916"/>
              <a:gd name="csY76" fmla="*/ 1032387 h 1987767"/>
              <a:gd name="csX77" fmla="*/ 6282813 w 6862916"/>
              <a:gd name="csY77" fmla="*/ 1071716 h 1987767"/>
              <a:gd name="csX78" fmla="*/ 6322142 w 6862916"/>
              <a:gd name="csY78" fmla="*/ 1101213 h 1987767"/>
              <a:gd name="csX79" fmla="*/ 6371304 w 6862916"/>
              <a:gd name="csY79" fmla="*/ 1130710 h 1987767"/>
              <a:gd name="csX80" fmla="*/ 6420465 w 6862916"/>
              <a:gd name="csY80" fmla="*/ 1140542 h 1987767"/>
              <a:gd name="csX81" fmla="*/ 6499123 w 6862916"/>
              <a:gd name="csY81" fmla="*/ 1160207 h 1987767"/>
              <a:gd name="csX82" fmla="*/ 6548284 w 6862916"/>
              <a:gd name="csY82" fmla="*/ 1170039 h 1987767"/>
              <a:gd name="csX83" fmla="*/ 6617110 w 6862916"/>
              <a:gd name="csY83" fmla="*/ 1189704 h 1987767"/>
              <a:gd name="csX84" fmla="*/ 6862916 w 6862916"/>
              <a:gd name="csY84" fmla="*/ 953729 h 1987767"/>
              <a:gd name="csX0" fmla="*/ 0 w 6823587"/>
              <a:gd name="csY0" fmla="*/ 914400 h 1987767"/>
              <a:gd name="csX1" fmla="*/ 176981 w 6823587"/>
              <a:gd name="csY1" fmla="*/ 806245 h 1987767"/>
              <a:gd name="csX2" fmla="*/ 216310 w 6823587"/>
              <a:gd name="csY2" fmla="*/ 796413 h 1987767"/>
              <a:gd name="csX3" fmla="*/ 314633 w 6823587"/>
              <a:gd name="csY3" fmla="*/ 737420 h 1987767"/>
              <a:gd name="csX4" fmla="*/ 373626 w 6823587"/>
              <a:gd name="csY4" fmla="*/ 727587 h 1987767"/>
              <a:gd name="csX5" fmla="*/ 442452 w 6823587"/>
              <a:gd name="csY5" fmla="*/ 707923 h 1987767"/>
              <a:gd name="csX6" fmla="*/ 698091 w 6823587"/>
              <a:gd name="csY6" fmla="*/ 629265 h 1987767"/>
              <a:gd name="csX7" fmla="*/ 875071 w 6823587"/>
              <a:gd name="csY7" fmla="*/ 648929 h 1987767"/>
              <a:gd name="csX8" fmla="*/ 983226 w 6823587"/>
              <a:gd name="csY8" fmla="*/ 678426 h 1987767"/>
              <a:gd name="csX9" fmla="*/ 1032387 w 6823587"/>
              <a:gd name="csY9" fmla="*/ 688258 h 1987767"/>
              <a:gd name="csX10" fmla="*/ 1140542 w 6823587"/>
              <a:gd name="csY10" fmla="*/ 757084 h 1987767"/>
              <a:gd name="csX11" fmla="*/ 1170039 w 6823587"/>
              <a:gd name="csY11" fmla="*/ 786581 h 1987767"/>
              <a:gd name="csX12" fmla="*/ 1219200 w 6823587"/>
              <a:gd name="csY12" fmla="*/ 825910 h 1987767"/>
              <a:gd name="csX13" fmla="*/ 1258529 w 6823587"/>
              <a:gd name="csY13" fmla="*/ 865239 h 1987767"/>
              <a:gd name="csX14" fmla="*/ 1278194 w 6823587"/>
              <a:gd name="csY14" fmla="*/ 894736 h 1987767"/>
              <a:gd name="csX15" fmla="*/ 1317523 w 6823587"/>
              <a:gd name="csY15" fmla="*/ 924233 h 1987767"/>
              <a:gd name="csX16" fmla="*/ 1376516 w 6823587"/>
              <a:gd name="csY16" fmla="*/ 993058 h 1987767"/>
              <a:gd name="csX17" fmla="*/ 1435510 w 6823587"/>
              <a:gd name="csY17" fmla="*/ 1052052 h 1987767"/>
              <a:gd name="csX18" fmla="*/ 1465007 w 6823587"/>
              <a:gd name="csY18" fmla="*/ 1091381 h 1987767"/>
              <a:gd name="csX19" fmla="*/ 1494504 w 6823587"/>
              <a:gd name="csY19" fmla="*/ 1120878 h 1987767"/>
              <a:gd name="csX20" fmla="*/ 1533833 w 6823587"/>
              <a:gd name="csY20" fmla="*/ 1179871 h 1987767"/>
              <a:gd name="csX21" fmla="*/ 1563329 w 6823587"/>
              <a:gd name="csY21" fmla="*/ 1219200 h 1987767"/>
              <a:gd name="csX22" fmla="*/ 1759975 w 6823587"/>
              <a:gd name="csY22" fmla="*/ 1278194 h 1987767"/>
              <a:gd name="csX23" fmla="*/ 1858297 w 6823587"/>
              <a:gd name="csY23" fmla="*/ 1268362 h 1987767"/>
              <a:gd name="csX24" fmla="*/ 2094271 w 6823587"/>
              <a:gd name="csY24" fmla="*/ 1229033 h 1987767"/>
              <a:gd name="csX25" fmla="*/ 2241755 w 6823587"/>
              <a:gd name="csY25" fmla="*/ 1258529 h 1987767"/>
              <a:gd name="csX26" fmla="*/ 2310581 w 6823587"/>
              <a:gd name="csY26" fmla="*/ 1386349 h 1987767"/>
              <a:gd name="csX27" fmla="*/ 2320413 w 6823587"/>
              <a:gd name="csY27" fmla="*/ 1415845 h 1987767"/>
              <a:gd name="csX28" fmla="*/ 2349910 w 6823587"/>
              <a:gd name="csY28" fmla="*/ 1445342 h 1987767"/>
              <a:gd name="csX29" fmla="*/ 2467897 w 6823587"/>
              <a:gd name="csY29" fmla="*/ 1524000 h 1987767"/>
              <a:gd name="csX30" fmla="*/ 2615381 w 6823587"/>
              <a:gd name="csY30" fmla="*/ 1641987 h 1987767"/>
              <a:gd name="csX31" fmla="*/ 2644878 w 6823587"/>
              <a:gd name="csY31" fmla="*/ 1661652 h 1987767"/>
              <a:gd name="csX32" fmla="*/ 2812026 w 6823587"/>
              <a:gd name="csY32" fmla="*/ 1799304 h 1987767"/>
              <a:gd name="csX33" fmla="*/ 2998839 w 6823587"/>
              <a:gd name="csY33" fmla="*/ 1986116 h 1987767"/>
              <a:gd name="csX34" fmla="*/ 3156155 w 6823587"/>
              <a:gd name="csY34" fmla="*/ 1956620 h 1987767"/>
              <a:gd name="csX35" fmla="*/ 3362633 w 6823587"/>
              <a:gd name="csY35" fmla="*/ 1897626 h 1987767"/>
              <a:gd name="csX36" fmla="*/ 3598607 w 6823587"/>
              <a:gd name="csY36" fmla="*/ 1917291 h 1987767"/>
              <a:gd name="csX37" fmla="*/ 3696929 w 6823587"/>
              <a:gd name="csY37" fmla="*/ 1946787 h 1987767"/>
              <a:gd name="csX38" fmla="*/ 3775587 w 6823587"/>
              <a:gd name="csY38" fmla="*/ 1986116 h 1987767"/>
              <a:gd name="csX39" fmla="*/ 4011562 w 6823587"/>
              <a:gd name="csY39" fmla="*/ 1946787 h 1987767"/>
              <a:gd name="csX40" fmla="*/ 4109884 w 6823587"/>
              <a:gd name="csY40" fmla="*/ 1927123 h 1987767"/>
              <a:gd name="csX41" fmla="*/ 4198375 w 6823587"/>
              <a:gd name="csY41" fmla="*/ 1887794 h 1987767"/>
              <a:gd name="csX42" fmla="*/ 4375355 w 6823587"/>
              <a:gd name="csY42" fmla="*/ 1681316 h 1987767"/>
              <a:gd name="csX43" fmla="*/ 4414684 w 6823587"/>
              <a:gd name="csY43" fmla="*/ 1592826 h 1987767"/>
              <a:gd name="csX44" fmla="*/ 4463846 w 6823587"/>
              <a:gd name="csY44" fmla="*/ 1504336 h 1987767"/>
              <a:gd name="csX45" fmla="*/ 4483510 w 6823587"/>
              <a:gd name="csY45" fmla="*/ 1445342 h 1987767"/>
              <a:gd name="csX46" fmla="*/ 4513007 w 6823587"/>
              <a:gd name="csY46" fmla="*/ 1347020 h 1987767"/>
              <a:gd name="csX47" fmla="*/ 4601497 w 6823587"/>
              <a:gd name="csY47" fmla="*/ 1140542 h 1987767"/>
              <a:gd name="csX48" fmla="*/ 4630994 w 6823587"/>
              <a:gd name="csY48" fmla="*/ 1071716 h 1987767"/>
              <a:gd name="csX49" fmla="*/ 4660491 w 6823587"/>
              <a:gd name="csY49" fmla="*/ 1002891 h 1987767"/>
              <a:gd name="csX50" fmla="*/ 4689987 w 6823587"/>
              <a:gd name="csY50" fmla="*/ 855407 h 1987767"/>
              <a:gd name="csX51" fmla="*/ 4699820 w 6823587"/>
              <a:gd name="csY51" fmla="*/ 776749 h 1987767"/>
              <a:gd name="csX52" fmla="*/ 4817807 w 6823587"/>
              <a:gd name="csY52" fmla="*/ 373626 h 1987767"/>
              <a:gd name="csX53" fmla="*/ 4827639 w 6823587"/>
              <a:gd name="csY53" fmla="*/ 334297 h 1987767"/>
              <a:gd name="csX54" fmla="*/ 4945626 w 6823587"/>
              <a:gd name="csY54" fmla="*/ 235974 h 1987767"/>
              <a:gd name="csX55" fmla="*/ 4965291 w 6823587"/>
              <a:gd name="csY55" fmla="*/ 206478 h 1987767"/>
              <a:gd name="csX56" fmla="*/ 4994787 w 6823587"/>
              <a:gd name="csY56" fmla="*/ 176981 h 1987767"/>
              <a:gd name="csX57" fmla="*/ 5014452 w 6823587"/>
              <a:gd name="csY57" fmla="*/ 137652 h 1987767"/>
              <a:gd name="csX58" fmla="*/ 5083278 w 6823587"/>
              <a:gd name="csY58" fmla="*/ 68826 h 1987767"/>
              <a:gd name="csX59" fmla="*/ 5220929 w 6823587"/>
              <a:gd name="csY59" fmla="*/ 0 h 1987767"/>
              <a:gd name="csX60" fmla="*/ 5299587 w 6823587"/>
              <a:gd name="csY60" fmla="*/ 9833 h 1987767"/>
              <a:gd name="csX61" fmla="*/ 5358581 w 6823587"/>
              <a:gd name="csY61" fmla="*/ 88491 h 1987767"/>
              <a:gd name="csX62" fmla="*/ 5397910 w 6823587"/>
              <a:gd name="csY62" fmla="*/ 167149 h 1987767"/>
              <a:gd name="csX63" fmla="*/ 5407742 w 6823587"/>
              <a:gd name="csY63" fmla="*/ 226142 h 1987767"/>
              <a:gd name="csX64" fmla="*/ 5466736 w 6823587"/>
              <a:gd name="csY64" fmla="*/ 294968 h 1987767"/>
              <a:gd name="csX65" fmla="*/ 5486400 w 6823587"/>
              <a:gd name="csY65" fmla="*/ 324465 h 1987767"/>
              <a:gd name="csX66" fmla="*/ 5565058 w 6823587"/>
              <a:gd name="csY66" fmla="*/ 353962 h 1987767"/>
              <a:gd name="csX67" fmla="*/ 5820697 w 6823587"/>
              <a:gd name="csY67" fmla="*/ 393291 h 1987767"/>
              <a:gd name="csX68" fmla="*/ 5879691 w 6823587"/>
              <a:gd name="csY68" fmla="*/ 471949 h 1987767"/>
              <a:gd name="csX69" fmla="*/ 5899355 w 6823587"/>
              <a:gd name="csY69" fmla="*/ 521110 h 1987767"/>
              <a:gd name="csX70" fmla="*/ 5938684 w 6823587"/>
              <a:gd name="csY70" fmla="*/ 560439 h 1987767"/>
              <a:gd name="csX71" fmla="*/ 6027175 w 6823587"/>
              <a:gd name="csY71" fmla="*/ 668594 h 1987767"/>
              <a:gd name="csX72" fmla="*/ 6066504 w 6823587"/>
              <a:gd name="csY72" fmla="*/ 717755 h 1987767"/>
              <a:gd name="csX73" fmla="*/ 6115665 w 6823587"/>
              <a:gd name="csY73" fmla="*/ 825910 h 1987767"/>
              <a:gd name="csX74" fmla="*/ 6125497 w 6823587"/>
              <a:gd name="csY74" fmla="*/ 865239 h 1987767"/>
              <a:gd name="csX75" fmla="*/ 6174658 w 6823587"/>
              <a:gd name="csY75" fmla="*/ 924233 h 1987767"/>
              <a:gd name="csX76" fmla="*/ 6253316 w 6823587"/>
              <a:gd name="csY76" fmla="*/ 1032387 h 1987767"/>
              <a:gd name="csX77" fmla="*/ 6282813 w 6823587"/>
              <a:gd name="csY77" fmla="*/ 1071716 h 1987767"/>
              <a:gd name="csX78" fmla="*/ 6322142 w 6823587"/>
              <a:gd name="csY78" fmla="*/ 1101213 h 1987767"/>
              <a:gd name="csX79" fmla="*/ 6371304 w 6823587"/>
              <a:gd name="csY79" fmla="*/ 1130710 h 1987767"/>
              <a:gd name="csX80" fmla="*/ 6420465 w 6823587"/>
              <a:gd name="csY80" fmla="*/ 1140542 h 1987767"/>
              <a:gd name="csX81" fmla="*/ 6499123 w 6823587"/>
              <a:gd name="csY81" fmla="*/ 1160207 h 1987767"/>
              <a:gd name="csX82" fmla="*/ 6548284 w 6823587"/>
              <a:gd name="csY82" fmla="*/ 1170039 h 1987767"/>
              <a:gd name="csX83" fmla="*/ 6617110 w 6823587"/>
              <a:gd name="csY83" fmla="*/ 1189704 h 1987767"/>
              <a:gd name="csX84" fmla="*/ 6823587 w 6823587"/>
              <a:gd name="csY84" fmla="*/ 934064 h 1987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</a:cxnLst>
            <a:rect l="l" t="t" r="r" b="b"/>
            <a:pathLst>
              <a:path w="6823587" h="1987767">
                <a:moveTo>
                  <a:pt x="0" y="914400"/>
                </a:moveTo>
                <a:cubicBezTo>
                  <a:pt x="124027" y="893730"/>
                  <a:pt x="6354" y="923551"/>
                  <a:pt x="176981" y="806245"/>
                </a:cubicBezTo>
                <a:cubicBezTo>
                  <a:pt x="188116" y="798589"/>
                  <a:pt x="203657" y="801158"/>
                  <a:pt x="216310" y="796413"/>
                </a:cubicBezTo>
                <a:cubicBezTo>
                  <a:pt x="360230" y="742444"/>
                  <a:pt x="108880" y="823152"/>
                  <a:pt x="314633" y="737420"/>
                </a:cubicBezTo>
                <a:cubicBezTo>
                  <a:pt x="333035" y="729752"/>
                  <a:pt x="354201" y="732070"/>
                  <a:pt x="373626" y="727587"/>
                </a:cubicBezTo>
                <a:cubicBezTo>
                  <a:pt x="396875" y="722222"/>
                  <a:pt x="420002" y="716005"/>
                  <a:pt x="442452" y="707923"/>
                </a:cubicBezTo>
                <a:cubicBezTo>
                  <a:pt x="668846" y="626422"/>
                  <a:pt x="546277" y="648241"/>
                  <a:pt x="698091" y="629265"/>
                </a:cubicBezTo>
                <a:cubicBezTo>
                  <a:pt x="757084" y="635820"/>
                  <a:pt x="816578" y="638844"/>
                  <a:pt x="875071" y="648929"/>
                </a:cubicBezTo>
                <a:cubicBezTo>
                  <a:pt x="911896" y="655278"/>
                  <a:pt x="946973" y="669363"/>
                  <a:pt x="983226" y="678426"/>
                </a:cubicBezTo>
                <a:cubicBezTo>
                  <a:pt x="999439" y="682479"/>
                  <a:pt x="1016000" y="684981"/>
                  <a:pt x="1032387" y="688258"/>
                </a:cubicBezTo>
                <a:cubicBezTo>
                  <a:pt x="1063966" y="707205"/>
                  <a:pt x="1112454" y="735238"/>
                  <a:pt x="1140542" y="757084"/>
                </a:cubicBezTo>
                <a:cubicBezTo>
                  <a:pt x="1151518" y="765621"/>
                  <a:pt x="1159574" y="777424"/>
                  <a:pt x="1170039" y="786581"/>
                </a:cubicBezTo>
                <a:cubicBezTo>
                  <a:pt x="1185832" y="800400"/>
                  <a:pt x="1203515" y="811968"/>
                  <a:pt x="1219200" y="825910"/>
                </a:cubicBezTo>
                <a:cubicBezTo>
                  <a:pt x="1233057" y="838227"/>
                  <a:pt x="1246463" y="851163"/>
                  <a:pt x="1258529" y="865239"/>
                </a:cubicBezTo>
                <a:cubicBezTo>
                  <a:pt x="1266219" y="874211"/>
                  <a:pt x="1269838" y="886380"/>
                  <a:pt x="1278194" y="894736"/>
                </a:cubicBezTo>
                <a:cubicBezTo>
                  <a:pt x="1289781" y="906323"/>
                  <a:pt x="1305081" y="913568"/>
                  <a:pt x="1317523" y="924233"/>
                </a:cubicBezTo>
                <a:cubicBezTo>
                  <a:pt x="1363598" y="963725"/>
                  <a:pt x="1332796" y="944480"/>
                  <a:pt x="1376516" y="993058"/>
                </a:cubicBezTo>
                <a:cubicBezTo>
                  <a:pt x="1395120" y="1013729"/>
                  <a:pt x="1418824" y="1029804"/>
                  <a:pt x="1435510" y="1052052"/>
                </a:cubicBezTo>
                <a:cubicBezTo>
                  <a:pt x="1445342" y="1065162"/>
                  <a:pt x="1454342" y="1078939"/>
                  <a:pt x="1465007" y="1091381"/>
                </a:cubicBezTo>
                <a:cubicBezTo>
                  <a:pt x="1474056" y="1101938"/>
                  <a:pt x="1485967" y="1109902"/>
                  <a:pt x="1494504" y="1120878"/>
                </a:cubicBezTo>
                <a:cubicBezTo>
                  <a:pt x="1509014" y="1139533"/>
                  <a:pt x="1520280" y="1160510"/>
                  <a:pt x="1533833" y="1179871"/>
                </a:cubicBezTo>
                <a:cubicBezTo>
                  <a:pt x="1543230" y="1193296"/>
                  <a:pt x="1549101" y="1211070"/>
                  <a:pt x="1563329" y="1219200"/>
                </a:cubicBezTo>
                <a:cubicBezTo>
                  <a:pt x="1618626" y="1250798"/>
                  <a:pt x="1698040" y="1264430"/>
                  <a:pt x="1759975" y="1278194"/>
                </a:cubicBezTo>
                <a:cubicBezTo>
                  <a:pt x="1792749" y="1274917"/>
                  <a:pt x="1825773" y="1273566"/>
                  <a:pt x="1858297" y="1268362"/>
                </a:cubicBezTo>
                <a:cubicBezTo>
                  <a:pt x="2179359" y="1216992"/>
                  <a:pt x="1870428" y="1253904"/>
                  <a:pt x="2094271" y="1229033"/>
                </a:cubicBezTo>
                <a:cubicBezTo>
                  <a:pt x="2143432" y="1238865"/>
                  <a:pt x="2198226" y="1233655"/>
                  <a:pt x="2241755" y="1258529"/>
                </a:cubicBezTo>
                <a:cubicBezTo>
                  <a:pt x="2295419" y="1289194"/>
                  <a:pt x="2297040" y="1338955"/>
                  <a:pt x="2310581" y="1386349"/>
                </a:cubicBezTo>
                <a:cubicBezTo>
                  <a:pt x="2313428" y="1396314"/>
                  <a:pt x="2314664" y="1407222"/>
                  <a:pt x="2320413" y="1415845"/>
                </a:cubicBezTo>
                <a:cubicBezTo>
                  <a:pt x="2328126" y="1427415"/>
                  <a:pt x="2338697" y="1437119"/>
                  <a:pt x="2349910" y="1445342"/>
                </a:cubicBezTo>
                <a:cubicBezTo>
                  <a:pt x="2388027" y="1473294"/>
                  <a:pt x="2429915" y="1495865"/>
                  <a:pt x="2467897" y="1524000"/>
                </a:cubicBezTo>
                <a:cubicBezTo>
                  <a:pt x="2518487" y="1561474"/>
                  <a:pt x="2565686" y="1603335"/>
                  <a:pt x="2615381" y="1641987"/>
                </a:cubicBezTo>
                <a:cubicBezTo>
                  <a:pt x="2624709" y="1649242"/>
                  <a:pt x="2635650" y="1654270"/>
                  <a:pt x="2644878" y="1661652"/>
                </a:cubicBezTo>
                <a:cubicBezTo>
                  <a:pt x="2701239" y="1706741"/>
                  <a:pt x="2759419" y="1749886"/>
                  <a:pt x="2812026" y="1799304"/>
                </a:cubicBezTo>
                <a:cubicBezTo>
                  <a:pt x="3052099" y="2024827"/>
                  <a:pt x="2894149" y="1916325"/>
                  <a:pt x="2998839" y="1986116"/>
                </a:cubicBezTo>
                <a:cubicBezTo>
                  <a:pt x="3051278" y="1976284"/>
                  <a:pt x="3104314" y="1969230"/>
                  <a:pt x="3156155" y="1956620"/>
                </a:cubicBezTo>
                <a:cubicBezTo>
                  <a:pt x="3225707" y="1939702"/>
                  <a:pt x="3362633" y="1897626"/>
                  <a:pt x="3362633" y="1897626"/>
                </a:cubicBezTo>
                <a:cubicBezTo>
                  <a:pt x="3441291" y="1904181"/>
                  <a:pt x="3520516" y="1905807"/>
                  <a:pt x="3598607" y="1917291"/>
                </a:cubicBezTo>
                <a:cubicBezTo>
                  <a:pt x="3632460" y="1922269"/>
                  <a:pt x="3665159" y="1934079"/>
                  <a:pt x="3696929" y="1946787"/>
                </a:cubicBezTo>
                <a:cubicBezTo>
                  <a:pt x="3929135" y="2039669"/>
                  <a:pt x="3633515" y="1938759"/>
                  <a:pt x="3775587" y="1986116"/>
                </a:cubicBezTo>
                <a:lnTo>
                  <a:pt x="4011562" y="1946787"/>
                </a:lnTo>
                <a:cubicBezTo>
                  <a:pt x="4044476" y="1940979"/>
                  <a:pt x="4078176" y="1937692"/>
                  <a:pt x="4109884" y="1927123"/>
                </a:cubicBezTo>
                <a:cubicBezTo>
                  <a:pt x="4365021" y="1842078"/>
                  <a:pt x="4003055" y="1936623"/>
                  <a:pt x="4198375" y="1887794"/>
                </a:cubicBezTo>
                <a:cubicBezTo>
                  <a:pt x="4257368" y="1818968"/>
                  <a:pt x="4338539" y="1764152"/>
                  <a:pt x="4375355" y="1681316"/>
                </a:cubicBezTo>
                <a:cubicBezTo>
                  <a:pt x="4388465" y="1651819"/>
                  <a:pt x="4400248" y="1621697"/>
                  <a:pt x="4414684" y="1592826"/>
                </a:cubicBezTo>
                <a:cubicBezTo>
                  <a:pt x="4429775" y="1562645"/>
                  <a:pt x="4449577" y="1534913"/>
                  <a:pt x="4463846" y="1504336"/>
                </a:cubicBezTo>
                <a:cubicBezTo>
                  <a:pt x="4472612" y="1485552"/>
                  <a:pt x="4477327" y="1465127"/>
                  <a:pt x="4483510" y="1445342"/>
                </a:cubicBezTo>
                <a:cubicBezTo>
                  <a:pt x="4493716" y="1412682"/>
                  <a:pt x="4500655" y="1378930"/>
                  <a:pt x="4513007" y="1347020"/>
                </a:cubicBezTo>
                <a:cubicBezTo>
                  <a:pt x="4540038" y="1277189"/>
                  <a:pt x="4572000" y="1209368"/>
                  <a:pt x="4601497" y="1140542"/>
                </a:cubicBezTo>
                <a:lnTo>
                  <a:pt x="4630994" y="1071716"/>
                </a:lnTo>
                <a:lnTo>
                  <a:pt x="4660491" y="1002891"/>
                </a:lnTo>
                <a:cubicBezTo>
                  <a:pt x="4670323" y="953730"/>
                  <a:pt x="4681397" y="904800"/>
                  <a:pt x="4689987" y="855407"/>
                </a:cubicBezTo>
                <a:cubicBezTo>
                  <a:pt x="4694514" y="829374"/>
                  <a:pt x="4693044" y="802289"/>
                  <a:pt x="4699820" y="776749"/>
                </a:cubicBezTo>
                <a:cubicBezTo>
                  <a:pt x="4735724" y="641419"/>
                  <a:pt x="4783850" y="509457"/>
                  <a:pt x="4817807" y="373626"/>
                </a:cubicBezTo>
                <a:cubicBezTo>
                  <a:pt x="4821084" y="360516"/>
                  <a:pt x="4818549" y="344296"/>
                  <a:pt x="4827639" y="334297"/>
                </a:cubicBezTo>
                <a:cubicBezTo>
                  <a:pt x="4947099" y="202890"/>
                  <a:pt x="4882266" y="312005"/>
                  <a:pt x="4945626" y="235974"/>
                </a:cubicBezTo>
                <a:cubicBezTo>
                  <a:pt x="4953191" y="226896"/>
                  <a:pt x="4957726" y="215556"/>
                  <a:pt x="4965291" y="206478"/>
                </a:cubicBezTo>
                <a:cubicBezTo>
                  <a:pt x="4974193" y="195796"/>
                  <a:pt x="4986705" y="188296"/>
                  <a:pt x="4994787" y="176981"/>
                </a:cubicBezTo>
                <a:cubicBezTo>
                  <a:pt x="5003306" y="165054"/>
                  <a:pt x="5005171" y="148996"/>
                  <a:pt x="5014452" y="137652"/>
                </a:cubicBezTo>
                <a:cubicBezTo>
                  <a:pt x="5034997" y="112541"/>
                  <a:pt x="5056976" y="87822"/>
                  <a:pt x="5083278" y="68826"/>
                </a:cubicBezTo>
                <a:cubicBezTo>
                  <a:pt x="5147229" y="22640"/>
                  <a:pt x="5165927" y="18336"/>
                  <a:pt x="5220929" y="0"/>
                </a:cubicBezTo>
                <a:cubicBezTo>
                  <a:pt x="5247148" y="3278"/>
                  <a:pt x="5274754" y="803"/>
                  <a:pt x="5299587" y="9833"/>
                </a:cubicBezTo>
                <a:cubicBezTo>
                  <a:pt x="5320871" y="17573"/>
                  <a:pt x="5351790" y="75880"/>
                  <a:pt x="5358581" y="88491"/>
                </a:cubicBezTo>
                <a:cubicBezTo>
                  <a:pt x="5372479" y="114301"/>
                  <a:pt x="5397910" y="167149"/>
                  <a:pt x="5397910" y="167149"/>
                </a:cubicBezTo>
                <a:cubicBezTo>
                  <a:pt x="5401187" y="186813"/>
                  <a:pt x="5398291" y="208589"/>
                  <a:pt x="5407742" y="226142"/>
                </a:cubicBezTo>
                <a:cubicBezTo>
                  <a:pt x="5422068" y="252747"/>
                  <a:pt x="5447860" y="271373"/>
                  <a:pt x="5466736" y="294968"/>
                </a:cubicBezTo>
                <a:cubicBezTo>
                  <a:pt x="5474118" y="304195"/>
                  <a:pt x="5477322" y="316900"/>
                  <a:pt x="5486400" y="324465"/>
                </a:cubicBezTo>
                <a:cubicBezTo>
                  <a:pt x="5504845" y="339836"/>
                  <a:pt x="5541907" y="350104"/>
                  <a:pt x="5565058" y="353962"/>
                </a:cubicBezTo>
                <a:cubicBezTo>
                  <a:pt x="5650100" y="368136"/>
                  <a:pt x="5735484" y="380181"/>
                  <a:pt x="5820697" y="393291"/>
                </a:cubicBezTo>
                <a:cubicBezTo>
                  <a:pt x="5840362" y="419510"/>
                  <a:pt x="5862514" y="444037"/>
                  <a:pt x="5879691" y="471949"/>
                </a:cubicBezTo>
                <a:cubicBezTo>
                  <a:pt x="5888941" y="486980"/>
                  <a:pt x="5889565" y="506425"/>
                  <a:pt x="5899355" y="521110"/>
                </a:cubicBezTo>
                <a:cubicBezTo>
                  <a:pt x="5909639" y="536536"/>
                  <a:pt x="5926542" y="546429"/>
                  <a:pt x="5938684" y="560439"/>
                </a:cubicBezTo>
                <a:cubicBezTo>
                  <a:pt x="5969191" y="595640"/>
                  <a:pt x="5997801" y="632442"/>
                  <a:pt x="6027175" y="668594"/>
                </a:cubicBezTo>
                <a:cubicBezTo>
                  <a:pt x="6040408" y="684881"/>
                  <a:pt x="6057820" y="698650"/>
                  <a:pt x="6066504" y="717755"/>
                </a:cubicBezTo>
                <a:cubicBezTo>
                  <a:pt x="6082891" y="753807"/>
                  <a:pt x="6100958" y="789141"/>
                  <a:pt x="6115665" y="825910"/>
                </a:cubicBezTo>
                <a:cubicBezTo>
                  <a:pt x="6120684" y="838457"/>
                  <a:pt x="6120174" y="852818"/>
                  <a:pt x="6125497" y="865239"/>
                </a:cubicBezTo>
                <a:cubicBezTo>
                  <a:pt x="6139634" y="898226"/>
                  <a:pt x="6152386" y="895887"/>
                  <a:pt x="6174658" y="924233"/>
                </a:cubicBezTo>
                <a:cubicBezTo>
                  <a:pt x="6202199" y="959285"/>
                  <a:pt x="6226954" y="996440"/>
                  <a:pt x="6253316" y="1032387"/>
                </a:cubicBezTo>
                <a:cubicBezTo>
                  <a:pt x="6263007" y="1045602"/>
                  <a:pt x="6269703" y="1061884"/>
                  <a:pt x="6282813" y="1071716"/>
                </a:cubicBezTo>
                <a:cubicBezTo>
                  <a:pt x="6295923" y="1081548"/>
                  <a:pt x="6308507" y="1092123"/>
                  <a:pt x="6322142" y="1101213"/>
                </a:cubicBezTo>
                <a:cubicBezTo>
                  <a:pt x="6338043" y="1111814"/>
                  <a:pt x="6353560" y="1123612"/>
                  <a:pt x="6371304" y="1130710"/>
                </a:cubicBezTo>
                <a:cubicBezTo>
                  <a:pt x="6386820" y="1136916"/>
                  <a:pt x="6404181" y="1136784"/>
                  <a:pt x="6420465" y="1140542"/>
                </a:cubicBezTo>
                <a:cubicBezTo>
                  <a:pt x="6446799" y="1146619"/>
                  <a:pt x="6472622" y="1154907"/>
                  <a:pt x="6499123" y="1160207"/>
                </a:cubicBezTo>
                <a:cubicBezTo>
                  <a:pt x="6515510" y="1163484"/>
                  <a:pt x="6532071" y="1165986"/>
                  <a:pt x="6548284" y="1170039"/>
                </a:cubicBezTo>
                <a:cubicBezTo>
                  <a:pt x="6571432" y="1175826"/>
                  <a:pt x="6593603" y="1185616"/>
                  <a:pt x="6617110" y="1189704"/>
                </a:cubicBezTo>
                <a:cubicBezTo>
                  <a:pt x="6737190" y="1210588"/>
                  <a:pt x="6749986" y="934064"/>
                  <a:pt x="6823587" y="934064"/>
                </a:cubicBezTo>
              </a:path>
            </a:pathLst>
          </a:custGeom>
          <a:pattFill prst="dkDnDiag">
            <a:fgClr>
              <a:schemeClr val="bg1">
                <a:lumMod val="75000"/>
                <a:lumOff val="25000"/>
              </a:schemeClr>
            </a:fgClr>
            <a:bgClr>
              <a:schemeClr val="bg1"/>
            </a:bgClr>
          </a:pattFill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32454-FDDD-5444-FA9E-E5AF4062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OR-</a:t>
            </a:r>
            <a:r>
              <a:rPr lang="en-US" dirty="0" err="1"/>
              <a:t>ing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7E24F0-CE59-19FF-9C0D-055F3C553F44}"/>
              </a:ext>
            </a:extLst>
          </p:cNvPr>
          <p:cNvGrpSpPr/>
          <p:nvPr/>
        </p:nvGrpSpPr>
        <p:grpSpPr>
          <a:xfrm>
            <a:off x="495332" y="1868129"/>
            <a:ext cx="7350810" cy="3906486"/>
            <a:chOff x="495332" y="1868129"/>
            <a:chExt cx="7350810" cy="390648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878A6F2-6D27-407E-035A-DD66E6A151F9}"/>
                </a:ext>
              </a:extLst>
            </p:cNvPr>
            <p:cNvCxnSpPr/>
            <p:nvPr/>
          </p:nvCxnSpPr>
          <p:spPr>
            <a:xfrm>
              <a:off x="1052052" y="1868129"/>
              <a:ext cx="0" cy="34806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4F2E55-DCBA-02FE-2BAD-42CD4CCC7F4A}"/>
                </a:ext>
              </a:extLst>
            </p:cNvPr>
            <p:cNvCxnSpPr/>
            <p:nvPr/>
          </p:nvCxnSpPr>
          <p:spPr>
            <a:xfrm>
              <a:off x="1052052" y="5348748"/>
              <a:ext cx="679409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9E2D27-791B-A872-1172-665459B1B37F}"/>
                </a:ext>
              </a:extLst>
            </p:cNvPr>
            <p:cNvSpPr txBox="1"/>
            <p:nvPr/>
          </p:nvSpPr>
          <p:spPr>
            <a:xfrm rot="16200000">
              <a:off x="281651" y="3244334"/>
              <a:ext cx="79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Power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2E16EB-2BBB-7ADB-9E4A-1F84422D850D}"/>
                </a:ext>
              </a:extLst>
            </p:cNvPr>
            <p:cNvSpPr txBox="1"/>
            <p:nvPr/>
          </p:nvSpPr>
          <p:spPr>
            <a:xfrm>
              <a:off x="3857589" y="5405283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D5971C-4BA6-F4A5-4B0D-5A48D0C754A8}"/>
              </a:ext>
            </a:extLst>
          </p:cNvPr>
          <p:cNvGrpSpPr/>
          <p:nvPr/>
        </p:nvGrpSpPr>
        <p:grpSpPr>
          <a:xfrm>
            <a:off x="1052052" y="3030653"/>
            <a:ext cx="6870365" cy="398347"/>
            <a:chOff x="1052052" y="3030653"/>
            <a:chExt cx="6870365" cy="39834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B07563A-990A-57F0-1477-2CE7C6AF4C94}"/>
                </a:ext>
              </a:extLst>
            </p:cNvPr>
            <p:cNvCxnSpPr/>
            <p:nvPr/>
          </p:nvCxnSpPr>
          <p:spPr>
            <a:xfrm>
              <a:off x="1052052" y="3429000"/>
              <a:ext cx="6794090" cy="0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4148C7-1180-9BF1-9AEB-8CB08227D7AD}"/>
                </a:ext>
              </a:extLst>
            </p:cNvPr>
            <p:cNvSpPr txBox="1"/>
            <p:nvPr/>
          </p:nvSpPr>
          <p:spPr>
            <a:xfrm>
              <a:off x="7285704" y="3030653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90W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77F3635-3E34-A8C1-B44E-2EA82F92D13B}"/>
              </a:ext>
            </a:extLst>
          </p:cNvPr>
          <p:cNvSpPr txBox="1"/>
          <p:nvPr/>
        </p:nvSpPr>
        <p:spPr>
          <a:xfrm>
            <a:off x="8043362" y="2025896"/>
            <a:ext cx="38237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Objectives: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Draw excess power from battery in low-load periods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Provide supplementary power to robot during high-load periods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Avoid exceeding 90W power budget</a:t>
            </a:r>
          </a:p>
        </p:txBody>
      </p:sp>
    </p:spTree>
    <p:extLst>
      <p:ext uri="{BB962C8B-B14F-4D97-AF65-F5344CB8AC3E}">
        <p14:creationId xmlns:p14="http://schemas.microsoft.com/office/powerpoint/2010/main" val="60436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1ED7-AFB3-D7CE-6801-A1873E27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AFA2-94C6-CF07-DB50-FC2737E9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Supercaps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6EC62-0228-9B22-E33E-B514467F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46" y="2113926"/>
            <a:ext cx="2353003" cy="2400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1F9641-CAFF-7F74-B37A-06FA387A210B}"/>
              </a:ext>
            </a:extLst>
          </p:cNvPr>
          <p:cNvSpPr txBox="1"/>
          <p:nvPr/>
        </p:nvSpPr>
        <p:spPr>
          <a:xfrm>
            <a:off x="637705" y="4514561"/>
            <a:ext cx="19762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598-DSF117Q3R0</a:t>
            </a:r>
          </a:p>
          <a:p>
            <a:pPr algn="ctr"/>
            <a:r>
              <a:rPr lang="en-US" dirty="0"/>
              <a:t>0-3V</a:t>
            </a:r>
          </a:p>
          <a:p>
            <a:pPr algn="ctr"/>
            <a:r>
              <a:rPr lang="en-US" dirty="0"/>
              <a:t>110F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3598C-1C9A-0448-88BF-631381089342}"/>
              </a:ext>
            </a:extLst>
          </p:cNvPr>
          <p:cNvSpPr txBox="1"/>
          <p:nvPr/>
        </p:nvSpPr>
        <p:spPr>
          <a:xfrm>
            <a:off x="3032771" y="2852578"/>
            <a:ext cx="861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x4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F7ABD-7AFA-31D5-35AD-6257D6BF7260}"/>
              </a:ext>
            </a:extLst>
          </p:cNvPr>
          <p:cNvSpPr txBox="1"/>
          <p:nvPr/>
        </p:nvSpPr>
        <p:spPr>
          <a:xfrm>
            <a:off x="8043362" y="2025896"/>
            <a:ext cx="3823742" cy="3416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Objectives: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Draw excess power from battery in low-load periods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Provide supplementary power to robot during high-load periods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Avoid exceeding 90W power budget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5F01F7-AE08-D9CD-5BBF-4D48D4FE9C43}"/>
              </a:ext>
            </a:extLst>
          </p:cNvPr>
          <p:cNvSpPr/>
          <p:nvPr/>
        </p:nvSpPr>
        <p:spPr>
          <a:xfrm>
            <a:off x="348565" y="2025896"/>
            <a:ext cx="3545339" cy="34119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08152AD5-AF73-D1D3-9E66-926E7229BA8A}"/>
              </a:ext>
            </a:extLst>
          </p:cNvPr>
          <p:cNvSpPr/>
          <p:nvPr/>
        </p:nvSpPr>
        <p:spPr>
          <a:xfrm>
            <a:off x="4537587" y="3110871"/>
            <a:ext cx="3116826" cy="1242043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D8E8-29E9-E8C0-8B70-A7590712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Design &amp; 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A9E10-5CB9-5A74-7D24-BD514F200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2" y="1448094"/>
            <a:ext cx="11069595" cy="3181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34FC05-2861-DAB6-B4CC-5B2AE648598E}"/>
              </a:ext>
            </a:extLst>
          </p:cNvPr>
          <p:cNvSpPr txBox="1"/>
          <p:nvPr/>
        </p:nvSpPr>
        <p:spPr>
          <a:xfrm>
            <a:off x="3128110" y="4948241"/>
            <a:ext cx="5935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Can directly control: duty cycle</a:t>
            </a:r>
          </a:p>
          <a:p>
            <a:pPr algn="ctr"/>
            <a:r>
              <a:rPr lang="en-US" dirty="0"/>
              <a:t>Want to control: current coming from battery, set constant</a:t>
            </a:r>
          </a:p>
          <a:p>
            <a:pPr algn="ctr"/>
            <a:r>
              <a:rPr lang="en-US" dirty="0"/>
              <a:t>Inputs: voltages, currents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E434C3A-B401-66FF-0DEF-C6227DAFA0E3}"/>
              </a:ext>
            </a:extLst>
          </p:cNvPr>
          <p:cNvGrpSpPr/>
          <p:nvPr/>
        </p:nvGrpSpPr>
        <p:grpSpPr>
          <a:xfrm>
            <a:off x="2639959" y="4901212"/>
            <a:ext cx="6912077" cy="1544634"/>
            <a:chOff x="2639959" y="4901212"/>
            <a:chExt cx="6912077" cy="154463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D9E9F6-AE98-E071-1972-014BD9D6AFAD}"/>
                </a:ext>
              </a:extLst>
            </p:cNvPr>
            <p:cNvSpPr txBox="1"/>
            <p:nvPr/>
          </p:nvSpPr>
          <p:spPr>
            <a:xfrm>
              <a:off x="4074259" y="5762664"/>
              <a:ext cx="40434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Problem Statement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E3A844-4EA2-2785-1C39-3B497C46B7E6}"/>
                </a:ext>
              </a:extLst>
            </p:cNvPr>
            <p:cNvSpPr/>
            <p:nvPr/>
          </p:nvSpPr>
          <p:spPr>
            <a:xfrm>
              <a:off x="2639959" y="4901212"/>
              <a:ext cx="6912077" cy="15446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342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8CBE-2CAD-21FF-D937-5CFC7557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Converter Design – “Full-bridge Buck Converter”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B49FB-5724-7732-B965-DA9C9E2A9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Voltage gain of 2D-1 when operated as shown in diagram</a:t>
            </a:r>
          </a:p>
          <a:p>
            <a:pPr marL="285750" indent="-285750">
              <a:buFontTx/>
              <a:buChar char="-"/>
            </a:pPr>
            <a:r>
              <a:rPr lang="en-US" dirty="0"/>
              <a:t>Avoids extreme duty cycles for conversion from 22-26V to 0-3V</a:t>
            </a:r>
          </a:p>
          <a:p>
            <a:pPr marL="285750" indent="-285750">
              <a:buFontTx/>
              <a:buChar char="-"/>
            </a:pPr>
            <a:r>
              <a:rPr lang="en-US" dirty="0"/>
              <a:t>Should be bidirectional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F3D582-1324-2172-0EB0-FA0943C43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082"/>
          <a:stretch>
            <a:fillRect/>
          </a:stretch>
        </p:blipFill>
        <p:spPr>
          <a:xfrm>
            <a:off x="5261730" y="1914313"/>
            <a:ext cx="6090482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38640-1AA9-0707-8E3B-AEE056B3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2846-5F54-4277-BDE0-110816BB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 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82EA16-0C83-6444-84AD-0FF88C0C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Assumes converter to be ideal transformer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Closed-loop system to set battery current equal to reference calculated using 90W power budget and battery voltage measurement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Specific design of compensator still under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8FD84F-2738-B07A-AA3F-C646AB067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355" y="2294793"/>
            <a:ext cx="6847526" cy="178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5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1A20-CAE3-3668-307E-09FFF401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Kalman Filtering – Current Sensing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CECAE-15DB-4B49-0C51-00E8D520C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Create linearized model of circuit to calculate </a:t>
            </a:r>
            <a:r>
              <a:rPr lang="en-US" dirty="0" err="1"/>
              <a:t>supercap</a:t>
            </a:r>
            <a:r>
              <a:rPr lang="en-US" dirty="0"/>
              <a:t> voltage and input current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Reduce noise of input measurements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Requires profiling to determine if useful</a:t>
            </a:r>
          </a:p>
        </p:txBody>
      </p:sp>
    </p:spTree>
    <p:extLst>
      <p:ext uri="{BB962C8B-B14F-4D97-AF65-F5344CB8AC3E}">
        <p14:creationId xmlns:p14="http://schemas.microsoft.com/office/powerpoint/2010/main" val="793851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189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UT Robomasters – Supercap System</vt:lpstr>
      <vt:lpstr>Power OR-ing</vt:lpstr>
      <vt:lpstr>Supercaps</vt:lpstr>
      <vt:lpstr>General Design &amp; Problem Statement</vt:lpstr>
      <vt:lpstr>Converter Design – “Full-bridge Buck Converter”</vt:lpstr>
      <vt:lpstr>Controls Design</vt:lpstr>
      <vt:lpstr>Kalman Filtering – Current Sensing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Egan Wang</dc:creator>
  <cp:lastModifiedBy>Egan Wang</cp:lastModifiedBy>
  <cp:revision>1</cp:revision>
  <dcterms:created xsi:type="dcterms:W3CDTF">2026-02-10T18:28:13Z</dcterms:created>
  <dcterms:modified xsi:type="dcterms:W3CDTF">2026-02-10T20:00:35Z</dcterms:modified>
</cp:coreProperties>
</file>