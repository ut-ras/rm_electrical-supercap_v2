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9" r:id="rId4"/>
    <p:sldId id="258"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varScale="1">
        <p:scale>
          <a:sx n="145" d="100"/>
          <a:sy n="145" d="100"/>
        </p:scale>
        <p:origin x="124"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3/12/2026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9.xml"/><Relationship Id="rId5" Type="http://schemas.openxmlformats.org/officeDocument/2006/relationships/image" Target="../media/image6.emf"/><Relationship Id="rId4" Type="http://schemas.openxmlformats.org/officeDocument/2006/relationships/oleObject" Target="../embeddings/oleObject1.bin"/></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9.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0.pn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0.png"/></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a:t>
            </a:r>
          </a:p>
        </p:txBody>
      </p:sp>
      <p:sp>
        <p:nvSpPr>
          <p:cNvPr id="4" name="Rectangle 3">
            <a:extLst>
              <a:ext uri="{FF2B5EF4-FFF2-40B4-BE49-F238E27FC236}">
                <a16:creationId xmlns:a16="http://schemas.microsoft.com/office/drawing/2014/main" id="{A0949B7C-CD71-55A4-B144-0777F760504B}"/>
              </a:ext>
            </a:extLst>
          </p:cNvPr>
          <p:cNvSpPr/>
          <p:nvPr/>
        </p:nvSpPr>
        <p:spPr>
          <a:xfrm>
            <a:off x="6442744" y="5134061"/>
            <a:ext cx="4362275" cy="11115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you can see this, get your butt to work on disturbance rejection and robustness modeling so I can put your name on here</a:t>
            </a:r>
          </a:p>
        </p:txBody>
      </p:sp>
      <p:cxnSp>
        <p:nvCxnSpPr>
          <p:cNvPr id="6" name="Straight Arrow Connector 5">
            <a:extLst>
              <a:ext uri="{FF2B5EF4-FFF2-40B4-BE49-F238E27FC236}">
                <a16:creationId xmlns:a16="http://schemas.microsoft.com/office/drawing/2014/main" id="{B7341F1D-D4CF-FC90-4073-E1ADC43AFF15}"/>
              </a:ext>
            </a:extLst>
          </p:cNvPr>
          <p:cNvCxnSpPr>
            <a:cxnSpLocks/>
            <a:stCxn id="4" idx="0"/>
          </p:cNvCxnSpPr>
          <p:nvPr/>
        </p:nvCxnSpPr>
        <p:spPr>
          <a:xfrm flipH="1" flipV="1">
            <a:off x="7650760" y="4286774"/>
            <a:ext cx="973122" cy="84728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2326973494"/>
              </p:ext>
            </p:extLst>
          </p:nvPr>
        </p:nvGraphicFramePr>
        <p:xfrm>
          <a:off x="1046365" y="4356726"/>
          <a:ext cx="3519082" cy="841740"/>
        </p:xfrm>
        <a:graphic>
          <a:graphicData uri="http://schemas.openxmlformats.org/presentationml/2006/ole">
            <mc:AlternateContent xmlns:mc="http://schemas.openxmlformats.org/markup-compatibility/2006">
              <mc:Choice xmlns:v="urn:schemas-microsoft-com:vml" Requires="v">
                <p:oleObj name="Packager Shell Object" showAsIcon="1" r:id="rId4" imgW="2203306" imgH="526946" progId="Package">
                  <p:embed/>
                </p:oleObj>
              </mc:Choice>
              <mc:Fallback>
                <p:oleObj name="Packager Shell Object" showAsIcon="1" r:id="rId4" imgW="2203306" imgH="526946" progId="Package">
                  <p:embed/>
                  <p:pic>
                    <p:nvPicPr>
                      <p:cNvPr id="0" name=""/>
                      <p:cNvPicPr/>
                      <p:nvPr/>
                    </p:nvPicPr>
                    <p:blipFill>
                      <a:blip r:embed="rId5"/>
                      <a:stretch>
                        <a:fillRect/>
                      </a:stretch>
                    </p:blipFill>
                    <p:spPr>
                      <a:xfrm>
                        <a:off x="1046365" y="4356726"/>
                        <a:ext cx="3519082" cy="841740"/>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mc:Choice xmlns:a14="http://schemas.microsoft.com/office/drawing/2010/main"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the we find out that the term is negligible anyway. Consider it an exercise for the reader to prove this, if you will. </a:t>
                </a:r>
              </a:p>
            </p:txBody>
          </p:sp>
        </mc:Choice>
        <mc:Fallback>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715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240695"/>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i="1">
                                  <a:latin typeface="Cambria Math" panose="02040503050406030204" pitchFamily="18" charset="0"/>
                                </a:rPr>
                                <m:t>𝐾</m:t>
                              </m:r>
                            </m:e>
                          </m:d>
                        </m:e>
                        <m:sup>
                          <m:r>
                            <a:rPr lang="en-US" i="1">
                              <a:latin typeface="Cambria Math" panose="02040503050406030204" pitchFamily="18" charset="0"/>
                            </a:rPr>
                            <m:t>2</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𝐾</m:t>
                          </m:r>
                        </m:e>
                        <m:sup>
                          <m:r>
                            <a:rPr lang="en-US" i="1">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𝐾</m:t>
                          </m:r>
                        </m:e>
                        <m:sup>
                          <m:r>
                            <a:rPr lang="en-US" b="0" i="1" smtClean="0">
                              <a:latin typeface="Cambria Math" panose="02040503050406030204" pitchFamily="18" charset="0"/>
                            </a:rPr>
                            <m:t>2</m:t>
                          </m:r>
                        </m:sup>
                      </m:sSup>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i="1">
                              <a:latin typeface="Cambria Math" panose="02040503050406030204" pitchFamily="18" charset="0"/>
                            </a:rPr>
                            <m:t>𝐾</m:t>
                          </m:r>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240695"/>
              </a:xfrm>
              <a:prstGeom prst="rect">
                <a:avLst/>
              </a:prstGeom>
              <a:blipFill>
                <a:blip r:embed="rId2"/>
                <a:stretch>
                  <a:fillRect l="-992" t="-1507" b="-2260"/>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3713"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956108" y="5659482"/>
            <a:ext cx="4279784" cy="369332"/>
          </a:xfrm>
          <a:prstGeom prst="rect">
            <a:avLst/>
          </a:prstGeom>
          <a:noFill/>
        </p:spPr>
        <p:txBody>
          <a:bodyPr wrap="square">
            <a:spAutoFit/>
          </a:bodyPr>
          <a:lstStyle/>
          <a:p>
            <a:pPr algn="ctr"/>
            <a:r>
              <a:rPr lang="en-US" dirty="0"/>
              <a:t>Power Stage Simulation - Toy </a:t>
            </a:r>
            <a:r>
              <a:rPr lang="en-US" dirty="0" err="1"/>
              <a:t>Model.plecs</a:t>
            </a:r>
            <a:endParaRPr lang="en-US" dirty="0"/>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Analysis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526089" y="624840"/>
            <a:ext cx="3123547" cy="646331"/>
          </a:xfrm>
          <a:prstGeom prst="rect">
            <a:avLst/>
          </a:prstGeom>
          <a:noFill/>
        </p:spPr>
        <p:txBody>
          <a:bodyPr wrap="none" rtlCol="0">
            <a:spAutoFit/>
          </a:bodyPr>
          <a:lstStyle/>
          <a:p>
            <a:pPr algn="r"/>
            <a:r>
              <a:rPr lang="en-US" dirty="0"/>
              <a:t>FF+PI performance is in </a:t>
            </a:r>
            <a:r>
              <a:rPr lang="en-US" dirty="0">
                <a:solidFill>
                  <a:srgbClr val="00B050"/>
                </a:solidFill>
              </a:rPr>
              <a:t>green</a:t>
            </a:r>
          </a:p>
          <a:p>
            <a:pPr algn="r"/>
            <a:r>
              <a:rPr lang="en-US" dirty="0"/>
              <a:t>PI</a:t>
            </a:r>
            <a:r>
              <a:rPr lang="en-US" baseline="30000" dirty="0"/>
              <a:t>2</a:t>
            </a:r>
            <a:r>
              <a:rPr lang="en-US" dirty="0"/>
              <a:t> performance is in </a:t>
            </a:r>
            <a:r>
              <a:rPr lang="en-US"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672</TotalTime>
  <Words>1365</Words>
  <Application>Microsoft Office PowerPoint</Application>
  <PresentationFormat>Widescreen</PresentationFormat>
  <Paragraphs>148</Paragraphs>
  <Slides>12</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19" baseType="lpstr">
      <vt:lpstr>Aptos</vt:lpstr>
      <vt:lpstr>Aptos Display</vt:lpstr>
      <vt:lpstr>Arial</vt:lpstr>
      <vt:lpstr>Cambria Math</vt:lpstr>
      <vt:lpstr>Courier New</vt:lpstr>
      <vt:lpstr>Office Theme</vt:lpstr>
      <vt:lpstr>Package</vt:lpstr>
      <vt:lpstr>UT Robomasters – Supercap Power Stage Modeling</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PLECS Analysis: Toy Models</vt:lpstr>
      <vt:lpstr>Time-Domain Analysis (0s&lt;t&lt;100s)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dhakk</cp:lastModifiedBy>
  <cp:revision>8</cp:revision>
  <dcterms:created xsi:type="dcterms:W3CDTF">2026-03-11T16:16:20Z</dcterms:created>
  <dcterms:modified xsi:type="dcterms:W3CDTF">2026-03-12T10:00:28Z</dcterms:modified>
</cp:coreProperties>
</file>