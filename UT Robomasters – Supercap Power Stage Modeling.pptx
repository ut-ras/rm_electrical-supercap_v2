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71" r:id="rId4"/>
    <p:sldId id="257" r:id="rId5"/>
    <p:sldId id="259" r:id="rId6"/>
    <p:sldId id="258" r:id="rId7"/>
    <p:sldId id="260" r:id="rId8"/>
    <p:sldId id="261" r:id="rId9"/>
    <p:sldId id="262" r:id="rId10"/>
    <p:sldId id="263" r:id="rId11"/>
    <p:sldId id="264" r:id="rId12"/>
    <p:sldId id="265" r:id="rId13"/>
    <p:sldId id="267" r:id="rId14"/>
    <p:sldId id="268" r:id="rId15"/>
    <p:sldId id="273" r:id="rId16"/>
    <p:sldId id="270" r:id="rId17"/>
    <p:sldId id="279" r:id="rId18"/>
    <p:sldId id="278" r:id="rId19"/>
    <p:sldId id="280" r:id="rId20"/>
    <p:sldId id="281" r:id="rId21"/>
    <p:sldId id="282" r:id="rId22"/>
    <p:sldId id="276" r:id="rId23"/>
    <p:sldId id="274" r:id="rId24"/>
    <p:sldId id="272" r:id="rId25"/>
    <p:sldId id="283" r:id="rId26"/>
    <p:sldId id="277"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3/28/2026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slideLayout" Target="../slideLayouts/slideLayout6.xml"/><Relationship Id="rId1" Type="http://schemas.openxmlformats.org/officeDocument/2006/relationships/video" Target="https://www.youtube.com/embed/ITo-WbpANi0?feature=oembed"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Freshmen: 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the we find out that the term is negligible anyway. Consider it an exercise for the reader to prove this,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715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xmlns="">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First-order estimates for R approximate its value at 83 m</a:t>
            </a:r>
            <a:r>
              <a:rPr lang="el-GR" sz="1800" dirty="0"/>
              <a:t>Ω</a:t>
            </a:r>
            <a:r>
              <a:rPr lang="en-US" sz="1800"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Font typeface="Arial" panose="020B0604020202020204" pitchFamily="34" charset="0"/>
              <a:buNone/>
            </a:pPr>
            <a:r>
              <a:rPr lang="en-US" sz="1800" dirty="0"/>
              <a:t>To ameliorate this limitation, increasing reverse current would require lower resistance across the RL branch, the lion’s share of which is from the inductor. Maximizing copper area and mitigating skin effects are of utmost importance to optimize performance. </a:t>
            </a:r>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10692196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Reverse Current – Control Schema</a:t>
            </a:r>
          </a:p>
        </p:txBody>
      </p:sp>
      <p:pic>
        <p:nvPicPr>
          <p:cNvPr id="3" name="Online Media 2" title="guy screaming for help while holding a chick fil a drink">
            <a:hlinkClick r:id="" action="ppaction://media"/>
            <a:extLst>
              <a:ext uri="{FF2B5EF4-FFF2-40B4-BE49-F238E27FC236}">
                <a16:creationId xmlns:a16="http://schemas.microsoft.com/office/drawing/2014/main" id="{3CDCB37F-614F-0266-D181-7E245E3C588F}"/>
              </a:ext>
            </a:extLst>
          </p:cNvPr>
          <p:cNvPicPr>
            <a:picLocks noRot="1" noChangeAspect="1"/>
          </p:cNvPicPr>
          <p:nvPr>
            <a:videoFile r:link="rId1"/>
          </p:nvPr>
        </p:nvPicPr>
        <p:blipFill>
          <a:blip r:embed="rId3"/>
          <a:stretch>
            <a:fillRect/>
          </a:stretch>
        </p:blipFill>
        <p:spPr>
          <a:xfrm>
            <a:off x="2523565" y="1418665"/>
            <a:ext cx="7144871" cy="5358653"/>
          </a:xfrm>
          <a:prstGeom prst="rect">
            <a:avLst/>
          </a:prstGeom>
        </p:spPr>
      </p:pic>
    </p:spTree>
    <p:extLst>
      <p:ext uri="{BB962C8B-B14F-4D97-AF65-F5344CB8AC3E}">
        <p14:creationId xmlns:p14="http://schemas.microsoft.com/office/powerpoint/2010/main" val="1760715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0695-9A1A-6154-A9F6-41F93B1D9172}"/>
              </a:ext>
            </a:extLst>
          </p:cNvPr>
          <p:cNvSpPr>
            <a:spLocks noGrp="1"/>
          </p:cNvSpPr>
          <p:nvPr>
            <p:ph type="title"/>
          </p:nvPr>
        </p:nvSpPr>
        <p:spPr/>
        <p:txBody>
          <a:bodyPr/>
          <a:lstStyle/>
          <a:p>
            <a:r>
              <a:rPr lang="en-US" dirty="0"/>
              <a:t>WIP</a:t>
            </a:r>
          </a:p>
        </p:txBody>
      </p:sp>
      <p:sp>
        <p:nvSpPr>
          <p:cNvPr id="4" name="Text Placeholder 3">
            <a:extLst>
              <a:ext uri="{FF2B5EF4-FFF2-40B4-BE49-F238E27FC236}">
                <a16:creationId xmlns:a16="http://schemas.microsoft.com/office/drawing/2014/main" id="{E86EEF88-5179-ABFF-BFBC-B8A4B7E50D7B}"/>
              </a:ext>
            </a:extLst>
          </p:cNvPr>
          <p:cNvSpPr>
            <a:spLocks noGrp="1"/>
          </p:cNvSpPr>
          <p:nvPr>
            <p:ph type="body" idx="1"/>
          </p:nvPr>
        </p:nvSpPr>
        <p:spPr/>
        <p:txBody>
          <a:bodyPr/>
          <a:lstStyle/>
          <a:p>
            <a:r>
              <a:rPr lang="en-US" dirty="0"/>
              <a:t>Need to find out if further reverse current possible</a:t>
            </a:r>
          </a:p>
        </p:txBody>
      </p:sp>
    </p:spTree>
    <p:extLst>
      <p:ext uri="{BB962C8B-B14F-4D97-AF65-F5344CB8AC3E}">
        <p14:creationId xmlns:p14="http://schemas.microsoft.com/office/powerpoint/2010/main" val="10460124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94D790B-E292-432D-95E9-7F6A937F2E65}"/>
              </a:ext>
            </a:extLst>
          </p:cNvPr>
          <p:cNvSpPr>
            <a:spLocks noGrp="1"/>
          </p:cNvSpPr>
          <p:nvPr>
            <p:ph idx="1"/>
          </p:nvPr>
        </p:nvSpPr>
        <p:spPr/>
        <p:txBody>
          <a:bodyPr/>
          <a:lstStyle/>
          <a:p>
            <a:endParaRPr lang="en-US"/>
          </a:p>
        </p:txBody>
      </p:sp>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endParaRPr lang="en-US"/>
          </a:p>
        </p:txBody>
      </p:sp>
    </p:spTree>
    <p:extLst>
      <p:ext uri="{BB962C8B-B14F-4D97-AF65-F5344CB8AC3E}">
        <p14:creationId xmlns:p14="http://schemas.microsoft.com/office/powerpoint/2010/main" val="1192350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4" name="Content Placeholder 3">
            <a:extLst>
              <a:ext uri="{FF2B5EF4-FFF2-40B4-BE49-F238E27FC236}">
                <a16:creationId xmlns:a16="http://schemas.microsoft.com/office/drawing/2014/main" id="{24DB59E5-4A5E-6F49-B3E7-0341728186B2}"/>
              </a:ext>
            </a:extLst>
          </p:cNvPr>
          <p:cNvSpPr>
            <a:spLocks noGrp="1"/>
          </p:cNvSpPr>
          <p:nvPr>
            <p:ph idx="1"/>
          </p:nvPr>
        </p:nvSpPr>
        <p:spPr/>
        <p:txBody>
          <a:bodyPr/>
          <a:lstStyle/>
          <a:p>
            <a:endParaRPr lang="en-US"/>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endParaRPr lang="en-US" dirty="0"/>
          </a:p>
        </p:txBody>
      </p:sp>
    </p:spTree>
    <p:extLst>
      <p:ext uri="{BB962C8B-B14F-4D97-AF65-F5344CB8AC3E}">
        <p14:creationId xmlns:p14="http://schemas.microsoft.com/office/powerpoint/2010/main" val="349404111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2449</TotalTime>
  <Words>2399</Words>
  <Application>Microsoft Office PowerPoint</Application>
  <PresentationFormat>Widescreen</PresentationFormat>
  <Paragraphs>250</Paragraphs>
  <Slides>26</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26</vt:i4>
      </vt:variant>
    </vt:vector>
  </HeadingPairs>
  <TitlesOfParts>
    <vt:vector size="33"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Reverse Current – Control Schema</vt:lpstr>
      <vt:lpstr>WIP</vt:lpstr>
      <vt:lpstr>Section 3: Disturbance Rejection &amp; Robustness</vt:lpstr>
      <vt:lpstr>Sources of Inaccuracies: Examples</vt:lpstr>
      <vt:lpstr>PowerPoint Presentation</vt:lpstr>
      <vt:lpstr>Model Robustness - Sensitivity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Egan Wang</cp:lastModifiedBy>
  <cp:revision>18</cp:revision>
  <dcterms:created xsi:type="dcterms:W3CDTF">2026-03-11T16:16:20Z</dcterms:created>
  <dcterms:modified xsi:type="dcterms:W3CDTF">2026-03-28T17:22:08Z</dcterms:modified>
</cp:coreProperties>
</file>