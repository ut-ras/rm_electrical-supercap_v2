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71" r:id="rId4"/>
    <p:sldId id="257" r:id="rId5"/>
    <p:sldId id="259" r:id="rId6"/>
    <p:sldId id="258" r:id="rId7"/>
    <p:sldId id="260" r:id="rId8"/>
    <p:sldId id="261" r:id="rId9"/>
    <p:sldId id="262" r:id="rId10"/>
    <p:sldId id="263" r:id="rId11"/>
    <p:sldId id="264" r:id="rId12"/>
    <p:sldId id="265" r:id="rId13"/>
    <p:sldId id="267" r:id="rId14"/>
    <p:sldId id="268" r:id="rId15"/>
    <p:sldId id="273" r:id="rId16"/>
    <p:sldId id="270" r:id="rId17"/>
    <p:sldId id="275" r:id="rId18"/>
    <p:sldId id="274" r:id="rId19"/>
    <p:sldId id="27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78" d="100"/>
          <a:sy n="78" d="100"/>
        </p:scale>
        <p:origin x="835"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3/22/2026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7.xml"/><Relationship Id="rId1" Type="http://schemas.openxmlformats.org/officeDocument/2006/relationships/video" Target="https://www.youtube.com/embed/ITo-WbpANi0?feature=oembed"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629183" y="624840"/>
            <a:ext cx="3123547" cy="646331"/>
          </a:xfrm>
          <a:prstGeom prst="rect">
            <a:avLst/>
          </a:prstGeom>
          <a:noFill/>
        </p:spPr>
        <p:txBody>
          <a:bodyPr wrap="none" rtlCol="0">
            <a:spAutoFit/>
          </a:bodyPr>
          <a:lstStyle/>
          <a:p>
            <a:pPr algn="r"/>
            <a:r>
              <a:rPr lang="en-US" dirty="0"/>
              <a:t>FF+PI performance is in </a:t>
            </a:r>
            <a:r>
              <a:rPr lang="en-US" dirty="0">
                <a:solidFill>
                  <a:srgbClr val="00B050"/>
                </a:solidFill>
              </a:rPr>
              <a:t>green</a:t>
            </a:r>
          </a:p>
          <a:p>
            <a:pPr algn="r"/>
            <a:r>
              <a:rPr lang="en-US" dirty="0"/>
              <a:t>PI</a:t>
            </a:r>
            <a:r>
              <a:rPr lang="en-US" baseline="30000" dirty="0"/>
              <a:t>2</a:t>
            </a:r>
            <a:r>
              <a:rPr lang="en-US" dirty="0"/>
              <a:t> performance is in </a:t>
            </a:r>
            <a:r>
              <a:rPr lang="en-US"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in the back.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that may rise up: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I </a:t>
            </a:r>
            <a:r>
              <a:rPr lang="en-US" dirty="0" err="1"/>
              <a:t>neeeeeed</a:t>
            </a:r>
            <a:r>
              <a:rPr lang="en-US" dirty="0"/>
              <a:t> this my transformer is kinda lossless</a:t>
            </a:r>
          </a:p>
        </p:txBody>
      </p:sp>
    </p:spTree>
    <p:extLst>
      <p:ext uri="{BB962C8B-B14F-4D97-AF65-F5344CB8AC3E}">
        <p14:creationId xmlns:p14="http://schemas.microsoft.com/office/powerpoint/2010/main" val="2698540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guy screaming for help while holding a chick fil a drink">
            <a:hlinkClick r:id="" action="ppaction://media"/>
            <a:extLst>
              <a:ext uri="{FF2B5EF4-FFF2-40B4-BE49-F238E27FC236}">
                <a16:creationId xmlns:a16="http://schemas.microsoft.com/office/drawing/2014/main" id="{D6C2CE8F-8EAB-B82A-4F1A-5AD9A0E48274}"/>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2838248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p:txBody>
          <a:bodyPr/>
          <a:lstStyle/>
          <a:p>
            <a:r>
              <a:rPr lang="en-US" dirty="0"/>
              <a:t>Sensitivity Calculation</a:t>
            </a:r>
          </a:p>
        </p:txBody>
      </p:sp>
    </p:spTree>
    <p:extLst>
      <p:ext uri="{BB962C8B-B14F-4D97-AF65-F5344CB8AC3E}">
        <p14:creationId xmlns:p14="http://schemas.microsoft.com/office/powerpoint/2010/main" val="47992828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1870</TotalTime>
  <Words>1632</Words>
  <Application>Microsoft Office PowerPoint</Application>
  <PresentationFormat>Widescreen</PresentationFormat>
  <Paragraphs>164</Paragraphs>
  <Slides>19</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19</vt:i4>
      </vt:variant>
    </vt:vector>
  </HeadingPairs>
  <TitlesOfParts>
    <vt:vector size="26"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PowerPoint Presentation</vt:lpstr>
      <vt:lpstr>Section 3: Disturbance Rejection &amp; Robustness</vt:lpstr>
      <vt:lpstr>Sensitivity Calculation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Egan Wang</cp:lastModifiedBy>
  <cp:revision>14</cp:revision>
  <dcterms:created xsi:type="dcterms:W3CDTF">2026-03-11T16:16:20Z</dcterms:created>
  <dcterms:modified xsi:type="dcterms:W3CDTF">2026-03-22T08:26:37Z</dcterms:modified>
</cp:coreProperties>
</file>